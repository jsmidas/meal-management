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r>
              <a:t>다함 식자재 관리 시스템 - 데이터 흐름도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</a:defRPr>
            </a:pPr>
            <a:r>
              <a:t>식단관리 → 레시피 → 식수관리 → 발주서 → 조리지시서 → 전처리지시서 → 소분지시서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645920" cy="10972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식단관리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(meal_plans)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meal_type: 중식/석식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slot_name: 중 5찬저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category: 학교/도시락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188720"/>
            <a:ext cx="164592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레시피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(menu_recipe_ingredients)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per_person_qty: 1인량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per_person_qty_g: g단위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ingredient_id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164592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식수관리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(meal_counts)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slot_name별 식수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meal_count: 인원수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site_id: 사업장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182880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발주서 생성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(orders + order_items)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required_qty = 1인량 × 식수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category_counts: {학교:N}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meal_category: 식품분류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188720"/>
            <a:ext cx="338328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212121"/>
                </a:solidFill>
              </a:defRPr>
            </a:pPr>
            <a:r>
              <a:t>order_items (스냅샷 저장)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order_id | ingredient_id | slot_name | meal_count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required_qty | per_person_qty | category_counts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meal_category | menu_name | meal_type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377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47A1"/>
                </a:solidFill>
              </a:defRPr>
            </a:pPr>
            <a:r>
              <a:t>▼ 조리지시서 생성 흐름 (_get_cooking_instruction_from_orders)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651760"/>
            <a:ext cx="2011680" cy="914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212121"/>
                </a:solidFill>
              </a:defRPr>
            </a:pPr>
            <a:r>
              <a:t>① SQL 조회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WHERE order_id IN (...)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AND category_counts ? 카테고리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(카테고리 필터 선택적)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651760"/>
            <a:ext cx="2011680" cy="914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212121"/>
                </a:solidFill>
              </a:defRPr>
            </a:pPr>
            <a:r>
              <a:t>② 메뉴별 그룹화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menus_map[(menu, meal_type)]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슬롯별 식수 집계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식자재별 수량 합산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651760"/>
            <a:ext cx="2011680" cy="914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212121"/>
                </a:solidFill>
              </a:defRPr>
            </a:pPr>
            <a:r>
              <a:t>③ 수율 적용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preprocessing_yield: 전처리수율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cooking_yield: 조리수율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12121"/>
                </a:solidFill>
              </a:defRPr>
            </a:pPr>
            <a:r>
              <a:t>cooked_qty = req × 수율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651760"/>
            <a:ext cx="1828800" cy="9144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④ 조리지시서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required_qty: 필요량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cooked_qty: 조리후량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meal_count: 총식수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651760"/>
            <a:ext cx="2286000" cy="9144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⑤ 전처리 / 소분지시서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전처리: yield_rate 적용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소분: 사업장별 배분량 계산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657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47A1"/>
                </a:solidFill>
              </a:defRPr>
            </a:pPr>
            <a:r>
              <a:t>▼ order_items 핵심 데이터 구조 (1개 식자재의 여러 행) - 부산사각어묵 예시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74320" y="3931920"/>
          <a:ext cx="11612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order_id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ingredient_name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slot_name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meal_count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required_qty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category_counts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meal_category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부산사각어묵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석 5찬저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{"\uc6b4\ubc18":{...}}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신선식품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부산사각어묵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석 5찬저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{"\uc6b4\ubc18":{...}}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신선식품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부산사각어묵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석 5찬저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{"\uc6b4\ubc18":{...}}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신선식품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부산사각어묵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석 5찬저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{"\uc6b4\ubc18":{...}}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신선식품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부산사각어묵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석 5찬저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{"\uc6b4\ubc18":{...}}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신선식품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부산사각어묵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서재지역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{"\uc6b4\ubc18":{...}}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신선식품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부산사각어묵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석식 BASIC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{"\ub3c4\uc2dc\ub77d":{...}}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신선식품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7432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</a:defRPr>
            </a:pPr>
            <a:r>
              <a:t>※ 빨간 배경: 같은 (order_id, ingredient_id, slot_name, meal_count) → 기존 로직에서 1행만 집계, 나머지 3행 누락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※ 각 행은 서로 다른 배달처(delivery_site)의 고유 DB 레코드 → 전부 합산해야 정확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623560"/>
            <a:ext cx="3200400" cy="8229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200" b="1">
                <a:solidFill>
                  <a:srgbClr val="212121"/>
                </a:solidFill>
              </a:defRPr>
            </a:pPr>
            <a:r>
              <a:t>정확한 합계: 0.60×4 + 1.35 + 1.08 + 0.24 = 5.07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기존 누락: 0.60×1 + 1.35 + 1.08 + 0.24 = 3.27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→ 차이: 1.80 (35% 누락)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r>
              <a:t>조리지시서 데이터 불일치 - 원인 분석 및 수정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5669280" cy="16459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200" b="1">
                <a:solidFill>
                  <a:srgbClr val="212121"/>
                </a:solidFill>
              </a:defRPr>
            </a:pPr>
            <a:r>
              <a:t>버그 1: 슬롯별 중복방지 (global_slot_key)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문제: (menu_name, slot_name, category) 조합이 같으면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첫 번째 row만 집계하고 나머지 전부 스킵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영향: 같은 슬롯에 여러 식수 그룹(76명+54명)이 있을 때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76명분만 계산되고 54명분 완전 누락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수정: global_slot_key 중복방지 제거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669280" cy="16459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200" b="1">
                <a:solidFill>
                  <a:srgbClr val="212121"/>
                </a:solidFill>
              </a:defRPr>
            </a:pPr>
            <a:r>
              <a:t>버그 2: row_key 중복방지 (2차 수정 후 잔여)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문제: (order_id, ingredient_id, slot_name, meal_count) 동일하면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첫 번째 row만 집계 — 같은 슬롯의 다른 배달처 누락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영향: 석 5찬저에 meal_count=20인 행 4개 중 1개만 집계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required_qty 0.60×4=2.40 → 0.60만 반영 (75% 누락)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수정: row_key 중복방지 완전 제거, 모든 row 합산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017520"/>
            <a:ext cx="566928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200" b="1">
                <a:solidFill>
                  <a:srgbClr val="212121"/>
                </a:solidFill>
              </a:defRPr>
            </a:pPr>
            <a:r>
              <a:t>버그 3: 데이터 검증 모달 API 불일치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문제: 검증에서 /api/cooking-instruction (구 API) 호출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실제 조리지시서는 /api/instructions/cooking (신 API)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수정: 신 API로 변경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17520"/>
            <a:ext cx="566928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200" b="1">
                <a:solidFill>
                  <a:srgbClr val="212121"/>
                </a:solidFill>
              </a:defRPr>
            </a:pPr>
            <a:r>
              <a:t>버그 4: 발주서 조회 날짜 필터 불일치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문제: /api/orders는 order_date 기준 필터링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usage_date(식단날짜)로 조회하면 발주서 못 찾음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</a:p>
          <a:p>
            <a:pPr algn="ctr">
              <a:spcAft>
                <a:spcPts val="200"/>
              </a:spcAft>
              <a:defRPr sz="1000" b="0">
                <a:solidFill>
                  <a:srgbClr val="212121"/>
                </a:solidFill>
              </a:defRPr>
            </a:pPr>
            <a:r>
              <a:t>수정: 조리지시서 order_info.order_ids에서 직접 획득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</a:defRPr>
            </a:pPr>
            <a:r>
              <a:t>▼ 수정 전후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5029200"/>
          <a:ext cx="11612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일치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불일치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1차 수정 전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8건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87건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슬롯 중복방지로 대량 누락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2차 수정 후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56건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39건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62828"/>
                          </a:solidFill>
                        </a:defRPr>
                      </a:pPr>
                      <a:r>
                        <a:t>row_key 중복방지로 부분 누락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최종 수정 후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95건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0건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100% 일치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6309360"/>
            <a:ext cx="1161288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  <a:defRPr sz="1300" b="1">
                <a:solidFill>
                  <a:srgbClr val="212121"/>
                </a:solidFill>
              </a:defRPr>
            </a:pPr>
            <a:r>
              <a:t>핵심: order_items의 각 행은 DB의 고유 레코드(다른 배달처/카테고리)이므로 중복방지 없이 모든 행을 합산해야 정확한 수량이 됨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required_qty는 발주서 생성 시 이미 계산된 값이므로 조리지시서에서 재계산하지 않고 그대로 사용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